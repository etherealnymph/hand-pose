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3" r:id="rId4"/>
    <p:sldId id="272" r:id="rId5"/>
    <p:sldId id="275" r:id="rId6"/>
    <p:sldId id="274" r:id="rId7"/>
    <p:sldId id="258" r:id="rId8"/>
    <p:sldId id="259" r:id="rId9"/>
    <p:sldId id="268" r:id="rId10"/>
    <p:sldId id="269" r:id="rId11"/>
    <p:sldId id="260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c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图片 100"/>
          <p:cNvPicPr/>
          <p:nvPr/>
        </p:nvPicPr>
        <p:blipFill>
          <a:blip r:embed="rId1"/>
          <a:srcRect t="5724" b="-11152"/>
          <a:stretch>
            <a:fillRect/>
          </a:stretch>
        </p:blipFill>
        <p:spPr>
          <a:xfrm>
            <a:off x="3584575" y="88265"/>
            <a:ext cx="7620000" cy="7227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95020" y="4019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正点原子</a:t>
            </a:r>
            <a:r>
              <a:rPr lang="en-US" altLang="zh-CN">
                <a:sym typeface="+mn-ea"/>
              </a:rPr>
              <a:t>RK3588</a:t>
            </a:r>
            <a:r>
              <a:rPr lang="zh-CN" altLang="en-US">
                <a:sym typeface="+mn-ea"/>
              </a:rPr>
              <a:t>开发板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5020" y="4019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正点原子</a:t>
            </a:r>
            <a:r>
              <a:rPr lang="en-US" altLang="zh-CN">
                <a:sym typeface="+mn-ea"/>
              </a:rPr>
              <a:t>RK3588</a:t>
            </a:r>
            <a:r>
              <a:rPr lang="zh-CN" altLang="en-US">
                <a:sym typeface="+mn-ea"/>
              </a:rPr>
              <a:t>开发板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3445" y="849630"/>
            <a:ext cx="6644640" cy="5509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5605" y="1062355"/>
            <a:ext cx="41236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官方资料下载链接：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http://www.openedv.com/docs/boards/arm-linux/RK3588Linux.html 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2755" y="2860040"/>
            <a:ext cx="41236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初始系统为</a:t>
            </a:r>
            <a:r>
              <a:rPr lang="en-US" altLang="zh-CN">
                <a:sym typeface="+mn-ea"/>
              </a:rPr>
              <a:t>BuildRoot Linux</a:t>
            </a:r>
            <a:r>
              <a:rPr lang="zh-CN" altLang="en-US">
                <a:sym typeface="+mn-ea"/>
              </a:rPr>
              <a:t>系统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支持</a:t>
            </a:r>
            <a:r>
              <a:rPr lang="en-US" altLang="zh-CN">
                <a:sym typeface="+mn-ea"/>
              </a:rPr>
              <a:t>python 3.10.5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支持</a:t>
            </a:r>
            <a:r>
              <a:rPr lang="en-US" altLang="zh-CN">
                <a:sym typeface="+mn-ea"/>
              </a:rPr>
              <a:t>open</a:t>
            </a:r>
            <a:r>
              <a:rPr lang="en-US" altLang="zh-CN">
                <a:sym typeface="+mn-ea"/>
              </a:rPr>
              <a:t>cv 4.5.4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建议使用初始系统进行开发，也可选择其他系统实现更好的</a:t>
            </a:r>
            <a:r>
              <a:rPr lang="zh-CN" altLang="en-US">
                <a:sym typeface="+mn-ea"/>
              </a:rPr>
              <a:t>效果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3750" y="441960"/>
            <a:ext cx="422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RK3588 </a:t>
            </a:r>
            <a:r>
              <a:rPr lang="zh-CN" altLang="en-US"/>
              <a:t>简单</a:t>
            </a:r>
            <a:r>
              <a:rPr lang="zh-CN" altLang="en-US"/>
              <a:t>使用教程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1990" y="1165860"/>
            <a:ext cx="555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、建议通过</a:t>
            </a:r>
            <a:r>
              <a:rPr lang="en-US" altLang="zh-CN"/>
              <a:t>                 </a:t>
            </a:r>
            <a:r>
              <a:rPr lang="zh-CN" altLang="en-US"/>
              <a:t>进行开发板的使用，比较</a:t>
            </a:r>
            <a:r>
              <a:rPr lang="zh-CN" altLang="en-US"/>
              <a:t>简单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014095"/>
            <a:ext cx="693420" cy="8991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1990" y="2212340"/>
            <a:ext cx="8555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、软件使用</a:t>
            </a:r>
            <a:r>
              <a:rPr lang="zh-CN" altLang="en-US"/>
              <a:t>教程在"10、用户手册\02、开发文档\02【正点原子】ATK-DLRK3588嵌入式Linux系统开发手册V1.1.pdf"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87400" y="3651885"/>
            <a:ext cx="84505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、开发板程序的创建、编写和保存，这里介绍两种</a:t>
            </a:r>
            <a:r>
              <a:rPr lang="zh-CN" altLang="en-US"/>
              <a:t>方法：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）使用</a:t>
            </a:r>
            <a:r>
              <a:rPr lang="en-US" altLang="zh-CN"/>
              <a:t>Linux</a:t>
            </a:r>
            <a:r>
              <a:rPr lang="zh-CN" altLang="en-US"/>
              <a:t>文本编辑器（比较方便，但上手</a:t>
            </a:r>
            <a:r>
              <a:rPr lang="zh-CN" altLang="en-US"/>
              <a:t>复杂）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）使用</a:t>
            </a:r>
            <a:r>
              <a:rPr lang="en-US" altLang="zh-CN"/>
              <a:t>u</a:t>
            </a:r>
            <a:r>
              <a:rPr lang="zh-CN" altLang="en-US"/>
              <a:t>盘进行移植（</a:t>
            </a:r>
            <a:r>
              <a:rPr lang="zh-CN" altLang="en-US"/>
              <a:t>调试修改</a:t>
            </a:r>
            <a:r>
              <a:rPr lang="zh-CN" altLang="en-US"/>
              <a:t>麻烦）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）使用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文本编辑器（比较方便，但上手复杂）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93750" y="1249680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命令，使用</a:t>
            </a:r>
            <a:r>
              <a:rPr lang="en-US" altLang="zh-CN">
                <a:sym typeface="+mn-ea"/>
              </a:rPr>
              <a:t>VI</a:t>
            </a:r>
            <a:r>
              <a:rPr lang="zh-CN" altLang="en-US">
                <a:sym typeface="+mn-ea"/>
              </a:rPr>
              <a:t>或</a:t>
            </a:r>
            <a:r>
              <a:rPr lang="en-US" altLang="zh-CN">
                <a:sym typeface="+mn-ea"/>
              </a:rPr>
              <a:t>VIM</a:t>
            </a:r>
            <a:r>
              <a:rPr lang="zh-CN" altLang="en-US">
                <a:sym typeface="+mn-ea"/>
              </a:rPr>
              <a:t>文本编辑器进行代码的编写和保存（命令不过多介绍，自行</a:t>
            </a:r>
            <a:r>
              <a:rPr lang="zh-CN" altLang="en-US">
                <a:sym typeface="+mn-ea"/>
              </a:rPr>
              <a:t>学习）；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995" y="2487295"/>
            <a:ext cx="4145280" cy="12426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75360" y="1685290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touch test.py //</a:t>
            </a:r>
            <a:r>
              <a:rPr lang="zh-CN" altLang="en-US">
                <a:sym typeface="+mn-ea"/>
              </a:rPr>
              <a:t>创建文件</a:t>
            </a:r>
            <a:endParaRPr lang="zh-CN" altLang="en-US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5995" y="2120900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ls //</a:t>
            </a:r>
            <a:r>
              <a:rPr lang="zh-CN" altLang="en-US">
                <a:sym typeface="+mn-ea"/>
              </a:rPr>
              <a:t>查看本路径</a:t>
            </a:r>
            <a:r>
              <a:rPr lang="zh-CN" altLang="en-US">
                <a:sym typeface="+mn-ea"/>
              </a:rPr>
              <a:t>下文件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5360" y="3799840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vi test.py //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vi</a:t>
            </a:r>
            <a:r>
              <a:rPr lang="zh-CN" altLang="en-US">
                <a:sym typeface="+mn-ea"/>
              </a:rPr>
              <a:t>打开</a:t>
            </a:r>
            <a:r>
              <a:rPr lang="en-US" altLang="zh-CN">
                <a:sym typeface="+mn-ea"/>
              </a:rPr>
              <a:t>test.py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vi</a:t>
            </a:r>
            <a:r>
              <a:rPr lang="zh-CN" altLang="en-US">
                <a:sym typeface="+mn-ea"/>
              </a:rPr>
              <a:t>或</a:t>
            </a:r>
            <a:r>
              <a:rPr lang="en-US" altLang="zh-CN">
                <a:sym typeface="+mn-ea"/>
              </a:rPr>
              <a:t>vim</a:t>
            </a:r>
            <a:r>
              <a:rPr lang="zh-CN" altLang="en-US">
                <a:sym typeface="+mn-ea"/>
              </a:rPr>
              <a:t>使用方法请自行</a:t>
            </a:r>
            <a:r>
              <a:rPr lang="zh-CN" altLang="en-US">
                <a:sym typeface="+mn-ea"/>
              </a:rPr>
              <a:t>学习</a:t>
            </a:r>
            <a:endParaRPr lang="zh-CN" altLang="en-US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b="47876"/>
          <a:stretch>
            <a:fillRect/>
          </a:stretch>
        </p:blipFill>
        <p:spPr>
          <a:xfrm>
            <a:off x="975995" y="4163695"/>
            <a:ext cx="4467225" cy="2588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）使用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文本编辑器（比较方便，但上手复杂）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3750" y="920115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VI</a:t>
            </a:r>
            <a:r>
              <a:rPr lang="zh-CN" altLang="en-US">
                <a:sym typeface="+mn-ea"/>
              </a:rPr>
              <a:t>或</a:t>
            </a:r>
            <a:r>
              <a:rPr lang="en-US" altLang="zh-CN">
                <a:sym typeface="+mn-ea"/>
              </a:rPr>
              <a:t>VIM</a:t>
            </a:r>
            <a:r>
              <a:rPr lang="zh-CN" altLang="en-US">
                <a:sym typeface="+mn-ea"/>
              </a:rPr>
              <a:t>编写完后，保存</a:t>
            </a:r>
            <a:endParaRPr lang="zh-CN" altLang="en-US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" y="2419350"/>
            <a:ext cx="10767060" cy="6858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93750" y="1692910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python test.py // </a:t>
            </a:r>
            <a:r>
              <a:rPr lang="zh-CN" altLang="en-US">
                <a:sym typeface="+mn-ea"/>
              </a:rPr>
              <a:t>运行</a:t>
            </a:r>
            <a:r>
              <a:rPr lang="zh-CN" altLang="en-US">
                <a:sym typeface="+mn-ea"/>
              </a:rPr>
              <a:t>程序</a:t>
            </a:r>
            <a:endParaRPr lang="zh-CN" altLang="en-US">
              <a:sym typeface="+mn-ea"/>
            </a:endParaRPr>
          </a:p>
        </p:txBody>
      </p:sp>
      <p:pic>
        <p:nvPicPr>
          <p:cNvPr id="16" name="图片 15" descr="IMG_20260309_192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3161030"/>
            <a:ext cx="2179320" cy="29057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93750" y="6262370"/>
            <a:ext cx="10240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最后反复修改</a:t>
            </a:r>
            <a:r>
              <a:rPr lang="en-US" altLang="zh-CN">
                <a:sym typeface="+mn-ea"/>
              </a:rPr>
              <a:t>python</a:t>
            </a:r>
            <a:r>
              <a:rPr lang="zh-CN" altLang="en-US">
                <a:sym typeface="+mn-ea"/>
              </a:rPr>
              <a:t>程序进行</a:t>
            </a:r>
            <a:r>
              <a:rPr lang="zh-CN" altLang="en-US">
                <a:sym typeface="+mn-ea"/>
              </a:rPr>
              <a:t>调试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24890" y="883920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上电</a:t>
            </a:r>
            <a:r>
              <a:rPr lang="zh-CN" altLang="en-US"/>
              <a:t>后，插入</a:t>
            </a:r>
            <a:r>
              <a:rPr lang="en-US" altLang="zh-CN"/>
              <a:t>U</a:t>
            </a:r>
            <a:r>
              <a:rPr lang="zh-CN" altLang="en-US"/>
              <a:t>盘</a:t>
            </a:r>
            <a:endParaRPr lang="zh-CN" altLang="en-US"/>
          </a:p>
        </p:txBody>
      </p:sp>
      <p:pic>
        <p:nvPicPr>
          <p:cNvPr id="2" name="图片 1" descr="IMG_20250609_1154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024890" y="1326515"/>
            <a:ext cx="6189345" cy="464248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>
            <a:off x="7151370" y="2694305"/>
            <a:ext cx="1319530" cy="66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盘进行移植（调试修改麻烦）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32840" y="1034415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进入命令界面，输入指令</a:t>
            </a:r>
            <a:r>
              <a:rPr lang="en-US" altLang="zh-CN"/>
              <a:t> df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840" y="1564640"/>
            <a:ext cx="6983095" cy="465518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5038725" y="2470150"/>
            <a:ext cx="1319530" cy="66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盘进行移植（调试修改麻烦）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04570" y="919480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</a:t>
            </a:r>
            <a:r>
              <a:rPr lang="en-US" altLang="zh-CN"/>
              <a:t>u</a:t>
            </a:r>
            <a:r>
              <a:rPr lang="zh-CN" altLang="en-US"/>
              <a:t>盘目录</a:t>
            </a:r>
            <a:r>
              <a:rPr lang="en-US" altLang="zh-CN"/>
              <a:t> /mnt/udisk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05" y="1600200"/>
            <a:ext cx="6983095" cy="465518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4133850" y="2498725"/>
            <a:ext cx="1319530" cy="66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00200"/>
            <a:ext cx="6218555" cy="1901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83120" y="1042035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</a:t>
            </a:r>
            <a:r>
              <a:rPr lang="zh-CN" altLang="en-US"/>
              <a:t>盘正确被</a:t>
            </a:r>
            <a:r>
              <a:rPr lang="zh-CN" altLang="en-US"/>
              <a:t>识别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8801100" y="1287780"/>
            <a:ext cx="1066800" cy="3225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盘进行移植（调试修改麻烦）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60805" y="949960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切换到</a:t>
            </a:r>
            <a:r>
              <a:rPr lang="en-US" altLang="zh-CN"/>
              <a:t>u</a:t>
            </a:r>
            <a:r>
              <a:rPr lang="zh-CN" altLang="en-US"/>
              <a:t>盘路径并查看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360805" y="1531620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切换：</a:t>
            </a:r>
            <a:r>
              <a:rPr lang="en-US" altLang="zh-CN"/>
              <a:t> cd  /mnt/udisk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10335" y="2058670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查看</a:t>
            </a:r>
            <a:r>
              <a:rPr lang="zh-CN" altLang="en-US"/>
              <a:t>：</a:t>
            </a:r>
            <a:r>
              <a:rPr lang="en-US" altLang="zh-CN"/>
              <a:t>ls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805" y="2585720"/>
            <a:ext cx="5562600" cy="1097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盘进行移植（调试修改麻烦）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0440" y="929005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</a:t>
            </a:r>
            <a:r>
              <a:rPr lang="en-US" altLang="zh-CN"/>
              <a:t>u</a:t>
            </a:r>
            <a:r>
              <a:rPr lang="zh-CN" altLang="en-US"/>
              <a:t>盘复制文件到开发板：使用</a:t>
            </a:r>
            <a:r>
              <a:rPr lang="en-US" altLang="zh-CN"/>
              <a:t>cp</a:t>
            </a:r>
            <a:r>
              <a:rPr lang="zh-CN" altLang="en-US"/>
              <a:t>命令（不</a:t>
            </a:r>
            <a:r>
              <a:rPr lang="zh-CN" altLang="en-US"/>
              <a:t>演示）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80440" y="1405255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查看</a:t>
            </a:r>
            <a:r>
              <a:rPr lang="en-US" altLang="zh-CN"/>
              <a:t>python</a:t>
            </a:r>
            <a:r>
              <a:rPr lang="zh-CN" altLang="en-US"/>
              <a:t>文件：</a:t>
            </a:r>
            <a:r>
              <a:rPr lang="en-US" altLang="zh-CN"/>
              <a:t>vim camera.py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440" y="1880870"/>
            <a:ext cx="7599045" cy="49053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盘进行移植（调试修改麻烦）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-23403"/>
          <a:stretch>
            <a:fillRect/>
          </a:stretch>
        </p:blipFill>
        <p:spPr>
          <a:xfrm>
            <a:off x="1169670" y="1481455"/>
            <a:ext cx="8869680" cy="6070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69670" y="961390"/>
            <a:ext cx="652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</a:t>
            </a:r>
            <a:r>
              <a:rPr lang="en-US" altLang="zh-CN"/>
              <a:t>python</a:t>
            </a:r>
            <a:r>
              <a:rPr lang="zh-CN" altLang="en-US"/>
              <a:t>文件：</a:t>
            </a:r>
            <a:r>
              <a:rPr lang="en-US" altLang="zh-CN"/>
              <a:t>python camera.py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93750" y="441960"/>
            <a:ext cx="637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盘进行移植（调试修改麻烦）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WPS 演示</Application>
  <PresentationFormat>宽屏</PresentationFormat>
  <Paragraphs>72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whc</cp:lastModifiedBy>
  <cp:revision>25</cp:revision>
  <dcterms:created xsi:type="dcterms:W3CDTF">2025-06-09T03:41:00Z</dcterms:created>
  <dcterms:modified xsi:type="dcterms:W3CDTF">2026-03-09T11:39:48Z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783FB14164B8461FB78FB05D36DF1F5B</vt:lpwstr>
  </property>
  <property fmtid="{D5CDD505-2E9C-101B-9397-08002B2CF9AE}" pid="3" name="KSOProductBuildVer">
    <vt:lpwstr>2052-11.8.2.12014</vt:lpwstr>
  </property>
</Properties>
</file>